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3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"/>
            <a:ext cx="12191695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8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 Quality Evaluation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332720" y="64922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8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Direction</a:t>
            </a:r>
            <a:endParaRPr lang="en-US" sz="8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182880"/>
            <a:ext cx="1993392" cy="310896"/>
          </a:xfrm>
          <a:prstGeom prst="roundRect">
            <a:avLst>
              <a:gd name="adj" fmla="val 23529"/>
            </a:avLst>
          </a:prstGeom>
          <a:solidFill>
            <a:srgbClr val="082945">
              <a:alpha val="90000"/>
            </a:srgbClr>
          </a:solidFill>
          <a:ln w="15240">
            <a:solidFill>
              <a:srgbClr val="59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331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9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QUESTIONS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" y="62179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연구 질문 정리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" y="1078992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C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정답만이 아니라, 문제 해결 과정의 품질까지 평가할 수 있는가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11365992" cy="4983480"/>
          </a:xfrm>
          <a:prstGeom prst="roundRect">
            <a:avLst>
              <a:gd name="adj" fmla="val 1468"/>
            </a:avLst>
          </a:prstGeom>
          <a:solidFill>
            <a:srgbClr val="0A2C4A"/>
          </a:solidFill>
          <a:ln w="15240">
            <a:solidFill>
              <a:srgbClr val="2A5B84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755648"/>
            <a:ext cx="5276088" cy="3273552"/>
          </a:xfrm>
          <a:prstGeom prst="roundRect">
            <a:avLst>
              <a:gd name="adj" fmla="val 2235"/>
            </a:avLst>
          </a:prstGeom>
          <a:solidFill>
            <a:srgbClr val="0C3254"/>
          </a:solidFill>
          <a:ln w="15240">
            <a:solidFill>
              <a:srgbClr val="59C6F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33272" y="2103120"/>
            <a:ext cx="566928" cy="566928"/>
          </a:xfrm>
          <a:prstGeom prst="ellipse">
            <a:avLst/>
          </a:prstGeom>
          <a:solidFill>
            <a:srgbClr val="59C6FF">
              <a:alpha val="96000"/>
            </a:srgbClr>
          </a:solidFill>
          <a:ln w="12700">
            <a:solidFill>
              <a:srgbClr val="59C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25856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764792" y="2066544"/>
            <a:ext cx="3950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손실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097280" y="2999232"/>
            <a:ext cx="100584" cy="100584"/>
          </a:xfrm>
          <a:prstGeom prst="ellipse">
            <a:avLst/>
          </a:prstGeom>
          <a:solidFill>
            <a:srgbClr val="59C6FF"/>
          </a:solidFill>
          <a:ln w="12700">
            <a:solidFill>
              <a:srgbClr val="59C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2953512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조건은 언제부터 흔들리는가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1097280" y="3566160"/>
            <a:ext cx="100584" cy="100584"/>
          </a:xfrm>
          <a:prstGeom prst="ellipse">
            <a:avLst/>
          </a:prstGeom>
          <a:solidFill>
            <a:srgbClr val="59C6FF"/>
          </a:solidFill>
          <a:ln w="12700">
            <a:solidFill>
              <a:srgbClr val="59C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3520440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조건이 자주 사라지는가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1097280" y="4133088"/>
            <a:ext cx="100584" cy="100584"/>
          </a:xfrm>
          <a:prstGeom prst="ellipse">
            <a:avLst/>
          </a:prstGeom>
          <a:solidFill>
            <a:srgbClr val="59C6FF"/>
          </a:solidFill>
          <a:ln w="12700">
            <a:solidFill>
              <a:srgbClr val="59C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4087368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실패와 연결되는가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6236208" y="1755648"/>
            <a:ext cx="5276088" cy="3273552"/>
          </a:xfrm>
          <a:prstGeom prst="roundRect">
            <a:avLst>
              <a:gd name="adj" fmla="val 2235"/>
            </a:avLst>
          </a:prstGeom>
          <a:solidFill>
            <a:srgbClr val="0C3254"/>
          </a:solidFill>
          <a:ln w="15240">
            <a:solidFill>
              <a:srgbClr val="FF7D8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56248" y="2103120"/>
            <a:ext cx="566928" cy="566928"/>
          </a:xfrm>
          <a:prstGeom prst="ellipse">
            <a:avLst/>
          </a:prstGeom>
          <a:solidFill>
            <a:srgbClr val="FF7D8E">
              <a:alpha val="96000"/>
            </a:srgbClr>
          </a:solidFill>
          <a:ln w="12700">
            <a:solidFill>
              <a:srgbClr val="FF7D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11696" y="225856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287768" y="2066544"/>
            <a:ext cx="3950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약한 성공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620256" y="2999232"/>
            <a:ext cx="100584" cy="100584"/>
          </a:xfrm>
          <a:prstGeom prst="ellipse">
            <a:avLst/>
          </a:prstGeom>
          <a:solidFill>
            <a:srgbClr val="FF7D8E"/>
          </a:solidFill>
          <a:ln w="12700">
            <a:solidFill>
              <a:srgbClr val="FF7D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4848" y="2953512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성공은 같은 성공인가</a:t>
            </a:r>
            <a:endParaRPr lang="en-US" sz="1420" dirty="0"/>
          </a:p>
        </p:txBody>
      </p:sp>
      <p:sp>
        <p:nvSpPr>
          <p:cNvPr id="23" name="Shape 21"/>
          <p:cNvSpPr/>
          <p:nvPr/>
        </p:nvSpPr>
        <p:spPr>
          <a:xfrm>
            <a:off x="6620256" y="3566160"/>
            <a:ext cx="100584" cy="100584"/>
          </a:xfrm>
          <a:prstGeom prst="ellipse">
            <a:avLst/>
          </a:prstGeom>
          <a:solidFill>
            <a:srgbClr val="FF7D8E"/>
          </a:solidFill>
          <a:ln w="12700">
            <a:solidFill>
              <a:srgbClr val="FF7D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3520440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취약한 성공은 따로 존재하는가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6620256" y="4133088"/>
            <a:ext cx="100584" cy="100584"/>
          </a:xfrm>
          <a:prstGeom prst="ellipse">
            <a:avLst/>
          </a:prstGeom>
          <a:solidFill>
            <a:srgbClr val="FF7D8E"/>
          </a:solidFill>
          <a:ln w="12700">
            <a:solidFill>
              <a:srgbClr val="FF7D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4848" y="4087368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미래 실패를 미리 볼 수 있는가</a:t>
            </a:r>
            <a:endParaRPr lang="en-US" sz="1420" dirty="0"/>
          </a:p>
        </p:txBody>
      </p:sp>
      <p:sp>
        <p:nvSpPr>
          <p:cNvPr id="27" name="Shape 25"/>
          <p:cNvSpPr/>
          <p:nvPr/>
        </p:nvSpPr>
        <p:spPr>
          <a:xfrm>
            <a:off x="6035040" y="3108960"/>
            <a:ext cx="146304" cy="219456"/>
          </a:xfrm>
          <a:prstGeom prst="chevron">
            <a:avLst/>
          </a:prstGeom>
          <a:solidFill>
            <a:srgbClr val="184667">
              <a:alpha val="82000"/>
            </a:srgbClr>
          </a:solidFill>
          <a:ln w="12700">
            <a:solidFill>
              <a:srgbClr val="2A5B84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7480" y="5340096"/>
            <a:ext cx="6812280" cy="621792"/>
          </a:xfrm>
          <a:prstGeom prst="roundRect">
            <a:avLst>
              <a:gd name="adj" fmla="val 11765"/>
            </a:avLst>
          </a:prstGeom>
          <a:solidFill>
            <a:srgbClr val="143B60"/>
          </a:solidFill>
          <a:ln w="13970">
            <a:solidFill>
              <a:srgbClr val="2A5B84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71800" y="5596128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성공 여부를 넘어 </a:t>
            </a:r>
            <a:pPr algn="ctr" indent="0" marL="0">
              <a:buNone/>
            </a:pPr>
            <a:r>
              <a:rPr lang="en-US" sz="1600" b="1" dirty="0">
                <a:solidFill>
                  <a:srgbClr val="71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 quality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평가한다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743200" y="6089904"/>
            <a:ext cx="6766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RQ1은 조건 유지의 문제를, RQ2는 성공의 신뢰성 문제를 다룬다.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최종 연구 질문 정리</dc:title>
  <dc:subject>Research questions summary slide</dc:subject>
  <dc:creator>OpenAI</dc:creator>
  <cp:lastModifiedBy>OpenAI</cp:lastModifiedBy>
  <cp:revision>1</cp:revision>
  <dcterms:created xsi:type="dcterms:W3CDTF">2026-04-14T15:15:59Z</dcterms:created>
  <dcterms:modified xsi:type="dcterms:W3CDTF">2026-04-14T15:15:59Z</dcterms:modified>
</cp:coreProperties>
</file>