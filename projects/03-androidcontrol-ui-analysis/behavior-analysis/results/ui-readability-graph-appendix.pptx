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12192000"/>
  <p:embeddedFontLst>
    <p:embeddedFont>
      <p:font typeface="Noto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HvR4oYbTZhPDl0rP+Q+QuEEO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-italic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Noto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NotoSans-bold.fntdata"/><Relationship Id="rId16" Type="http://schemas.openxmlformats.org/officeDocument/2006/relationships/slide" Target="slides/slide12.xml"/><Relationship Id="rId38" Type="http://schemas.openxmlformats.org/officeDocument/2006/relationships/font" Target="fonts/NotoSans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 cap="flat" cmpd="sng" w="12700">
            <a:solidFill>
              <a:srgbClr val="173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5"/>
          <p:cNvSpPr txBox="1"/>
          <p:nvPr>
            <p:ph idx="12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66.png"/><Relationship Id="rId6" Type="http://schemas.openxmlformats.org/officeDocument/2006/relationships/image" Target="../media/image5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6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8.png"/><Relationship Id="rId6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Relationship Id="rId5" Type="http://schemas.openxmlformats.org/officeDocument/2006/relationships/image" Target="../media/image82.png"/><Relationship Id="rId6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55.png"/><Relationship Id="rId5" Type="http://schemas.openxmlformats.org/officeDocument/2006/relationships/image" Target="../media/image51.png"/><Relationship Id="rId6" Type="http://schemas.openxmlformats.org/officeDocument/2006/relationships/image" Target="../media/image8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Relationship Id="rId4" Type="http://schemas.openxmlformats.org/officeDocument/2006/relationships/image" Target="../media/image67.png"/><Relationship Id="rId5" Type="http://schemas.openxmlformats.org/officeDocument/2006/relationships/image" Target="../media/image72.png"/><Relationship Id="rId6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Relationship Id="rId5" Type="http://schemas.openxmlformats.org/officeDocument/2006/relationships/image" Target="../media/image73.png"/><Relationship Id="rId6" Type="http://schemas.openxmlformats.org/officeDocument/2006/relationships/image" Target="../media/image9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4.png"/><Relationship Id="rId4" Type="http://schemas.openxmlformats.org/officeDocument/2006/relationships/image" Target="../media/image78.png"/><Relationship Id="rId5" Type="http://schemas.openxmlformats.org/officeDocument/2006/relationships/image" Target="../media/image76.png"/><Relationship Id="rId6" Type="http://schemas.openxmlformats.org/officeDocument/2006/relationships/image" Target="../media/image8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3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7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3.png"/><Relationship Id="rId4" Type="http://schemas.openxmlformats.org/officeDocument/2006/relationships/image" Target="../media/image85.png"/><Relationship Id="rId5" Type="http://schemas.openxmlformats.org/officeDocument/2006/relationships/image" Target="../media/image104.png"/><Relationship Id="rId6" Type="http://schemas.openxmlformats.org/officeDocument/2006/relationships/image" Target="../media/image8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0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4.png"/><Relationship Id="rId4" Type="http://schemas.openxmlformats.org/officeDocument/2006/relationships/image" Target="../media/image129.png"/><Relationship Id="rId5" Type="http://schemas.openxmlformats.org/officeDocument/2006/relationships/image" Target="../media/image93.png"/><Relationship Id="rId6" Type="http://schemas.openxmlformats.org/officeDocument/2006/relationships/image" Target="../media/image9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7.png"/><Relationship Id="rId4" Type="http://schemas.openxmlformats.org/officeDocument/2006/relationships/image" Target="../media/image99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8.png"/><Relationship Id="rId4" Type="http://schemas.openxmlformats.org/officeDocument/2006/relationships/image" Target="../media/image102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0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5.png"/><Relationship Id="rId4" Type="http://schemas.openxmlformats.org/officeDocument/2006/relationships/image" Target="../media/image112.png"/><Relationship Id="rId5" Type="http://schemas.openxmlformats.org/officeDocument/2006/relationships/image" Target="../media/image106.png"/><Relationship Id="rId6" Type="http://schemas.openxmlformats.org/officeDocument/2006/relationships/image" Target="../media/image10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9.png"/><Relationship Id="rId4" Type="http://schemas.openxmlformats.org/officeDocument/2006/relationships/image" Target="../media/image108.png"/><Relationship Id="rId5" Type="http://schemas.openxmlformats.org/officeDocument/2006/relationships/image" Target="../media/image113.png"/><Relationship Id="rId6" Type="http://schemas.openxmlformats.org/officeDocument/2006/relationships/image" Target="../media/image10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1.png"/><Relationship Id="rId4" Type="http://schemas.openxmlformats.org/officeDocument/2006/relationships/image" Target="../media/image117.png"/><Relationship Id="rId5" Type="http://schemas.openxmlformats.org/officeDocument/2006/relationships/image" Target="../media/image116.png"/><Relationship Id="rId6" Type="http://schemas.openxmlformats.org/officeDocument/2006/relationships/image" Target="../media/image1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4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8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전체 태스크 종합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987552"/>
            <a:ext cx="5623560" cy="5440680"/>
          </a:xfrm>
          <a:prstGeom prst="roundRect">
            <a:avLst>
              <a:gd fmla="val 1345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overall__task_y123_bar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2356261"/>
            <a:ext cx="5477256" cy="270326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6153912" y="987552"/>
            <a:ext cx="5623560" cy="5440680"/>
          </a:xfrm>
          <a:prstGeom prst="roundRect">
            <a:avLst>
              <a:gd fmla="val 1345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overall__task_summary_table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7064" y="3006419"/>
            <a:ext cx="5477256" cy="140294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앱별 종합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_apps_entropy_bar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978" y="950976"/>
            <a:ext cx="4928252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_apps_y123_bar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974403"/>
            <a:ext cx="5321808" cy="238545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_task_action_pie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5995" y="3776472"/>
            <a:ext cx="2444217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_apps_summary_table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3450" y="3658650"/>
            <a:ext cx="4008451" cy="2550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Amazon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mazon__page_entropy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mazon__page_y123.png" id="50" name="Google Shape;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mazon__action_pie.png" id="52" name="Google Shape;5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6992" y="3776472"/>
            <a:ext cx="2442224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mazon__summary_table.png" id="54" name="Google Shape;5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ASOS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SOS__page_entropy.png"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SOS__page_y123.png" id="65" name="Google Shape;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SOS__action_pie.png" id="67" name="Google Shape;6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ASOS__summary_table.png" id="69" name="Google Shape;6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Banggood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Banggood__page_entropy.png"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Banggood__page_y123.png"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Banggood__action_pie.png" id="82" name="Google Shape;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Banggood__summary_table.png" id="84" name="Google Shape;8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Centr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Centr__page_entropy.png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Centr__page_y123.png"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Centr__action_pie.png" id="97" name="Google Shape;9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Centr__summary_table.png" id="99" name="Google Shape;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Decathlon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Decathlon__page_entropy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Decathlon__page_y123.png" id="110" name="Google Shape;1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Decathlon__action_pie.png" id="112" name="Google Shape;11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Decathlon__summary_table.png" id="114" name="Google Shape;11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eBay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eBay__page_entropy.png"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eBay__page_y123.png" id="125" name="Google Shape;1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eBay__action_pie.png" id="127" name="Google Shape;1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eBay__summary_table.png" id="129" name="Google Shape;12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Footshop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Footshop__page_entropy.png"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Footshop__page_y123.png"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Footshop__action_pie.png" id="142" name="Google Shape;14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Footshop__summary_table.png" id="144" name="Google Shape;14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Gmail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Gmail__page_entropy.png"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Gmail__page_y123.png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0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Gmail__action_pie.png" id="157" name="Google Shape;1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Gmail__summary_table.png" id="159" name="Google Shape;15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H&amp;M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H&amp;M__page_entropy.png"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1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H&amp;M__page_y123.png"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H&amp;M__action_pie.png" id="172" name="Google Shape;17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H&amp;M__summary_table.png" id="174" name="Google Shape;17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1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Joom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Joom__page_entropy.png" id="183" name="Google Shape;1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2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Joom__page_y123.png" id="185" name="Google Shape;18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Joom__action_pie.png" id="187" name="Google Shape;18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Joom__summary_table.png" id="189" name="Google Shape;18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PUMA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PUMA__page_entropy.png"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PUMA__page_y123.png" id="200" name="Google Shape;2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PUMA__action_pie.png" id="202" name="Google Shape;2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PUMA__summary_table.png" id="204" name="Google Shape;20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3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ShopClues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Clues__page_entropy.png" id="213" name="Google Shape;2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4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Clues__page_y123.png" id="215" name="Google Shape;2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Clues__action_pie.png" id="217" name="Google Shape;2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Clues__summary_table.png" id="219" name="Google Shape;21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Shopsy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sy__page_entropy.png" id="228" name="Google Shape;2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sy__page_y123.png" id="230" name="Google Shape;2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sy__action_pie.png" id="232" name="Google Shape;2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5976" y="3776472"/>
            <a:ext cx="246425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5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Shopsy__summary_table.png" id="234" name="Google Shape;2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5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Temu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Temu__page_entropy.png" id="243" name="Google Shape;2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6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Temu__page_y123.png" id="245" name="Google Shape;2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Temu__action_pie.png" id="247" name="Google Shape;2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3950" y="3776472"/>
            <a:ext cx="2468308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Temu__summary_table.png" id="249" name="Google Shape;2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정장구두 ZARA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ZARA__page_entropy.png" id="258" name="Google Shape;2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ZARA__page_y123.png" id="260" name="Google Shape;2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ZARA__action_pie.png" id="262" name="Google Shape;2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1399" y="3776472"/>
            <a:ext cx="2373410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dress_shoes_ZARA__summary_table.png" id="264" name="Google Shape;2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7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앱별 종합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_apps_entropy_bar.png" id="273" name="Google Shape;2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72" y="950976"/>
            <a:ext cx="493386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8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_apps_y123_bar.png" id="275" name="Google Shape;2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975759"/>
            <a:ext cx="5321808" cy="238273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8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_task_action_pie.png" id="277" name="Google Shape;2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8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_apps_summary_table.png" id="279" name="Google Shape;2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5022" y="3776472"/>
            <a:ext cx="3613363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Amazon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Amazon__page_entropy.png" id="288" name="Google Shape;2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Amazon__page_y123.png" id="290" name="Google Shape;2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9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Amazon__action_pie.png" id="292" name="Google Shape;2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9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Amazon__summary_table.png" id="294" name="Google Shape;29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eBay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eBay__page_entropy.png" id="303" name="Google Shape;3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eBay__page_y123.png" id="305" name="Google Shape;3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0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eBay__action_pie.png" id="307" name="Google Shape;3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eBay__summary_table.png" id="309" name="Google Shape;3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Flipkart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Flipkart__page_entropy.png" id="318" name="Google Shape;3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Flipkart__page_y123.png" id="320" name="Google Shape;3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1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Flipkart__action_pie.png" id="322" name="Google Shape;3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5976" y="3776472"/>
            <a:ext cx="246425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Flipkart__summary_table.png" id="324" name="Google Shape;32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Myntra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Myntra__page_entropy.png" id="333" name="Google Shape;3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2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Myntra__page_y123.png" id="335" name="Google Shape;3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2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Myntra__action_pie.png" id="337" name="Google Shape;3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2565" y="3776472"/>
            <a:ext cx="2391079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Myntra__summary_table.png" id="339" name="Google Shape;3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NykaaFashion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NykaaFashion__page_entropy.png" id="348" name="Google Shape;3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3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NykaaFashion__page_y123.png" id="350" name="Google Shape;3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3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NykaaFashion__action_pie.png" id="352" name="Google Shape;3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2565" y="3776472"/>
            <a:ext cx="2391079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NykaaFashion__summary_table.png" id="354" name="Google Shape;35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3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Shopsy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hopsy__page_entropy.png" id="363" name="Google Shape;3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4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hopsy__page_y123.png" id="365" name="Google Shape;3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hopsy__action_pie.png" id="367" name="Google Shape;36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9966" y="3776472"/>
            <a:ext cx="243627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4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hopsy__summary_table.png" id="369" name="Google Shape;36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4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Snapdeal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napdeal__page_entropy.png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napdeal__page_y123.png" id="380" name="Google Shape;3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napdeal__action_pie.png" id="382" name="Google Shape;38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5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Snapdeal__summary_table.png" id="384" name="Google Shape;38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Tata_CLiQ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CLiQ__page_entropy.png" id="393" name="Google Shape;3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6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CLiQ__page_y123.png" id="395" name="Google Shape;3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6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CLiQ__action_pie.png" id="397" name="Google Shape;39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6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CLiQ__summary_table.png" id="399" name="Google Shape;39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6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Tata_Neu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Neu__page_entropy.png" id="408" name="Google Shape;4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7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Neu__page_y123.png" id="410" name="Google Shape;4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Neu__action_pie.png" id="412" name="Google Shape;4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7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ata_Neu__summary_table.png" id="414" name="Google Shape;41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7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정장바지 Temu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emu__page_entropy.png" id="423" name="Google Shape;4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8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emu__page_y123.png" id="425" name="Google Shape;4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8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emu__action_pie.png" id="427" name="Google Shape;42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0962" y="3776472"/>
            <a:ext cx="2434283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8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formal_pants_Temu__summary_table.png" id="429" name="Google Shape;42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8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삼성냉장고 앱별 종합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_apps_entropy_bar.png" id="438" name="Google Shape;4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978" y="950976"/>
            <a:ext cx="4928252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9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_apps_y123_bar.png" id="440" name="Google Shape;4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974403"/>
            <a:ext cx="5321808" cy="2385451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9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_task_action_pie.png" id="442" name="Google Shape;44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9"/>
          <p:cNvSpPr/>
          <p:nvPr/>
        </p:nvSpPr>
        <p:spPr>
          <a:xfrm>
            <a:off x="6281348" y="3694170"/>
            <a:ext cx="5468100" cy="2578500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_apps_summary_table.png" id="444" name="Google Shape;44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067635"/>
            <a:ext cx="5321808" cy="184997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9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삼성냉장고 Amazon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Amazon__page_entropy.png" id="453" name="Google Shape;4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0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Amazon__page_y123.png" id="455" name="Google Shape;45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0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Amazon__action_pie.png" id="457" name="Google Shape;4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0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Amazon__summary_table.png" id="459" name="Google Shape;45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0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1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삼성냉장고 eBay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eBay__page_entropy.png" id="468" name="Google Shape;4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1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eBay__page_y123.png" id="470" name="Google Shape;47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1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eBay__action_pie.png" id="472" name="Google Shape;47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9251" y="3776472"/>
            <a:ext cx="2357705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1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eBay__summary_table.png" id="474" name="Google Shape;47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1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삼성냉장고 Samsung_Shop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2" name="Google Shape;482;p32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Samsung_Shop__page_entropy.png" id="483" name="Google Shape;4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2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Samsung_Shop__page_y123.png" id="485" name="Google Shape;48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2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Samsung_Shop__action_pie.png" id="487" name="Google Shape;48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2565" y="3776472"/>
            <a:ext cx="2391079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2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Samsung_Shop__summary_table.png" id="489" name="Google Shape;48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2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"/>
          <p:cNvSpPr/>
          <p:nvPr/>
        </p:nvSpPr>
        <p:spPr>
          <a:xfrm>
            <a:off x="384048" y="128016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삼성냉장고 Ubuy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3840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Ubuy__page_entropy.png" id="498" name="Google Shape;4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3"/>
          <p:cNvSpPr/>
          <p:nvPr/>
        </p:nvSpPr>
        <p:spPr>
          <a:xfrm>
            <a:off x="6327648" y="877824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Ubuy__page_y123.png" id="500" name="Google Shape;50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959" y="950976"/>
            <a:ext cx="4939491" cy="2432304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3"/>
          <p:cNvSpPr/>
          <p:nvPr/>
        </p:nvSpPr>
        <p:spPr>
          <a:xfrm>
            <a:off x="3840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Ubuy__action_pie.png" id="502" name="Google Shape;50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7026" y="3776475"/>
            <a:ext cx="4561425" cy="2432299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3"/>
          <p:cNvSpPr/>
          <p:nvPr/>
        </p:nvSpPr>
        <p:spPr>
          <a:xfrm>
            <a:off x="6327648" y="3703320"/>
            <a:ext cx="5468112" cy="2578608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2700">
            <a:solidFill>
              <a:srgbClr val="D9DFE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task_app_page_graphs_review_en_no_unknown/samsung_refrigerator_Ubuy__summary_table.png" id="504" name="Google Shape;50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4409092"/>
            <a:ext cx="5321808" cy="11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3"/>
          <p:cNvSpPr txBox="1"/>
          <p:nvPr>
            <p:ph idx="4294967295" type="sldNum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A94A6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900" u="none" cap="none" strike="noStrike">
              <a:solidFill>
                <a:srgbClr val="8A94A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2026-03-24T18:19:49Z</dcterms:created>
  <dc:creator>OpenAI</dc:creator>
</cp:coreProperties>
</file>